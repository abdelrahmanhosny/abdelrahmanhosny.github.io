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258" r:id="rId2"/>
    <p:sldId id="261" r:id="rId3"/>
    <p:sldId id="270" r:id="rId4"/>
    <p:sldId id="263" r:id="rId5"/>
    <p:sldId id="266" r:id="rId6"/>
    <p:sldId id="267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94"/>
  </p:normalViewPr>
  <p:slideViewPr>
    <p:cSldViewPr snapToGrid="0" snapToObjects="1">
      <p:cViewPr varScale="1">
        <p:scale>
          <a:sx n="90" d="100"/>
          <a:sy n="90" d="100"/>
        </p:scale>
        <p:origin x="8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DFD365-7852-8144-98F3-B8ACACD1E334}" type="datetimeFigureOut">
              <a:rPr lang="en-US" smtClean="0"/>
              <a:t>10/1/17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79970F-6318-254E-830C-8F938966E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089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B9C7-180A-1446-9C2B-DFFC93E5F4D8}" type="datetimeFigureOut">
              <a:rPr lang="en-US" smtClean="0"/>
              <a:t>10/1/17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A1112-65FF-DF42-8799-90D7BB347B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B9C7-180A-1446-9C2B-DFFC93E5F4D8}" type="datetimeFigureOut">
              <a:rPr lang="en-US" smtClean="0"/>
              <a:t>10/1/17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A1112-65FF-DF42-8799-90D7BB347B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B9C7-180A-1446-9C2B-DFFC93E5F4D8}" type="datetimeFigureOut">
              <a:rPr lang="en-US" smtClean="0"/>
              <a:t>10/1/17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A1112-65FF-DF42-8799-90D7BB347B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B9C7-180A-1446-9C2B-DFFC93E5F4D8}" type="datetimeFigureOut">
              <a:rPr lang="en-US" smtClean="0"/>
              <a:t>10/1/17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A1112-65FF-DF42-8799-90D7BB347B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B9C7-180A-1446-9C2B-DFFC93E5F4D8}" type="datetimeFigureOut">
              <a:rPr lang="en-US" smtClean="0"/>
              <a:t>10/1/17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A1112-65FF-DF42-8799-90D7BB347BA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B9C7-180A-1446-9C2B-DFFC93E5F4D8}" type="datetimeFigureOut">
              <a:rPr lang="en-US" smtClean="0"/>
              <a:t>10/1/17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A1112-65FF-DF42-8799-90D7BB347B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B9C7-180A-1446-9C2B-DFFC93E5F4D8}" type="datetimeFigureOut">
              <a:rPr lang="en-US" smtClean="0"/>
              <a:t>10/1/17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A1112-65FF-DF42-8799-90D7BB347B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B9C7-180A-1446-9C2B-DFFC93E5F4D8}" type="datetimeFigureOut">
              <a:rPr lang="en-US" smtClean="0"/>
              <a:t>10/1/17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A1112-65FF-DF42-8799-90D7BB347B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B2B3B9C7-180A-1446-9C2B-DFFC93E5F4D8}" type="datetimeFigureOut">
              <a:rPr lang="en-US" smtClean="0"/>
              <a:t>10/1/17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A1112-65FF-DF42-8799-90D7BB347B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B9C7-180A-1446-9C2B-DFFC93E5F4D8}" type="datetimeFigureOut">
              <a:rPr lang="en-US" smtClean="0"/>
              <a:t>10/1/17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A1112-65FF-DF42-8799-90D7BB347B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B9C7-180A-1446-9C2B-DFFC93E5F4D8}" type="datetimeFigureOut">
              <a:rPr lang="en-US" smtClean="0"/>
              <a:t>10/1/17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A1112-65FF-DF42-8799-90D7BB347B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B2B3B9C7-180A-1446-9C2B-DFFC93E5F4D8}" type="datetimeFigureOut">
              <a:rPr lang="en-US" smtClean="0"/>
              <a:t>10/1/17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1B3A1112-65FF-DF42-8799-90D7BB347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6079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59961" y="2609469"/>
            <a:ext cx="3669602" cy="15767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9600" dirty="0" smtClean="0"/>
              <a:t>RULES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2090210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2" y="1666494"/>
            <a:ext cx="11344274" cy="300551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800" dirty="0" smtClean="0"/>
              <a:t>Smile. It’s Free!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87025" y="6115050"/>
            <a:ext cx="15859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Rule #1</a:t>
            </a:r>
            <a:endParaRPr lang="en-US" sz="32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7145" y="3309144"/>
            <a:ext cx="2084388" cy="2084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923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2" y="1666494"/>
            <a:ext cx="11344274" cy="300551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800" dirty="0" smtClean="0"/>
              <a:t>10 Minutes Late</a:t>
            </a:r>
          </a:p>
          <a:p>
            <a:pPr marL="0" indent="0" algn="ctr">
              <a:buNone/>
            </a:pPr>
            <a:r>
              <a:rPr lang="en-US" sz="8800" dirty="0" smtClean="0"/>
              <a:t>10 Minutes Early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87025" y="6115050"/>
            <a:ext cx="15859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Rule #2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85123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490" y="2723771"/>
            <a:ext cx="11344274" cy="153390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800" smtClean="0"/>
              <a:t>Attendance First</a:t>
            </a:r>
            <a:endParaRPr lang="en-US" sz="88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10487025" y="6115050"/>
            <a:ext cx="15859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Rule #3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94097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7" y="1195007"/>
            <a:ext cx="11344274" cy="472001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800" b="1" dirty="0" smtClean="0"/>
              <a:t>12 Labs</a:t>
            </a:r>
          </a:p>
          <a:p>
            <a:pPr marL="0" indent="0" algn="ctr">
              <a:buNone/>
            </a:pPr>
            <a:r>
              <a:rPr lang="en-US" sz="8800" smtClean="0"/>
              <a:t>Learning </a:t>
            </a:r>
            <a:r>
              <a:rPr lang="en-US" sz="8800" dirty="0" smtClean="0"/>
              <a:t>~6</a:t>
            </a:r>
          </a:p>
          <a:p>
            <a:pPr marL="0" indent="0" algn="ctr">
              <a:buNone/>
            </a:pPr>
            <a:r>
              <a:rPr lang="en-US" sz="8800" dirty="0" smtClean="0"/>
              <a:t>Applying </a:t>
            </a:r>
            <a:r>
              <a:rPr lang="en-US" sz="8800" dirty="0" smtClean="0"/>
              <a:t>~6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87025" y="6115050"/>
            <a:ext cx="15859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Rule #4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37110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7" y="1195007"/>
            <a:ext cx="11344274" cy="472001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800" b="1" dirty="0" smtClean="0"/>
              <a:t>10 Points</a:t>
            </a:r>
          </a:p>
          <a:p>
            <a:pPr marL="0" indent="0" algn="ctr">
              <a:buNone/>
            </a:pPr>
            <a:r>
              <a:rPr lang="en-US" sz="8800" dirty="0" smtClean="0"/>
              <a:t>Attendance - 5</a:t>
            </a:r>
          </a:p>
          <a:p>
            <a:pPr marL="0" indent="0" algn="ctr">
              <a:buNone/>
            </a:pPr>
            <a:r>
              <a:rPr lang="en-US" sz="8800" dirty="0" smtClean="0"/>
              <a:t>Lab work - 5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87025" y="6115050"/>
            <a:ext cx="15859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Rule #5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74318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41" y="561258"/>
            <a:ext cx="11344274" cy="5553792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8800" dirty="0" smtClean="0"/>
              <a:t>Go Out Any Time</a:t>
            </a:r>
          </a:p>
          <a:p>
            <a:pPr marL="0" indent="0" algn="ctr">
              <a:buNone/>
            </a:pPr>
            <a:endParaRPr lang="en-US" sz="8800" dirty="0"/>
          </a:p>
          <a:p>
            <a:pPr marL="0" indent="0" algn="ctr">
              <a:buNone/>
            </a:pPr>
            <a:endParaRPr lang="en-US" sz="8800" dirty="0" smtClean="0"/>
          </a:p>
          <a:p>
            <a:pPr marL="0" indent="0" algn="ctr">
              <a:buNone/>
            </a:pPr>
            <a:r>
              <a:rPr lang="en-US" sz="8800" dirty="0" smtClean="0"/>
              <a:t>But Be Quiet</a:t>
            </a:r>
          </a:p>
          <a:p>
            <a:pPr marL="0" indent="0" algn="ctr">
              <a:buNone/>
            </a:pPr>
            <a:endParaRPr lang="en-US" sz="88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10487025" y="6115050"/>
            <a:ext cx="15859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Rule #6</a:t>
            </a:r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9428" y="2429668"/>
            <a:ext cx="1670962" cy="15414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712" y="2429668"/>
            <a:ext cx="1541463" cy="15414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0779" y="2333746"/>
            <a:ext cx="1637385" cy="163738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961" y="2381706"/>
            <a:ext cx="1637385" cy="1637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871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40" y="1146033"/>
            <a:ext cx="11344274" cy="555379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800" dirty="0" smtClean="0"/>
              <a:t>Soft Drinks Allowed</a:t>
            </a:r>
          </a:p>
          <a:p>
            <a:pPr marL="0" indent="0" algn="ctr">
              <a:buNone/>
            </a:pPr>
            <a:endParaRPr lang="en-US" sz="8800" dirty="0"/>
          </a:p>
          <a:p>
            <a:pPr marL="0" indent="0" algn="ctr">
              <a:buNone/>
            </a:pPr>
            <a:endParaRPr lang="en-US" sz="88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10487025" y="6115050"/>
            <a:ext cx="15859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smtClean="0"/>
              <a:t>Rule #7</a:t>
            </a:r>
            <a:endParaRPr lang="en-US" sz="32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715" y="3154650"/>
            <a:ext cx="2168525" cy="216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083220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72</TotalTime>
  <Words>62</Words>
  <Application>Microsoft Macintosh PowerPoint</Application>
  <PresentationFormat>Widescreen</PresentationFormat>
  <Paragraphs>23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Gill Sans MT</vt:lpstr>
      <vt:lpstr>Arial</vt:lpstr>
      <vt:lpstr>Parcel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Abdelrahman Hosny</dc:creator>
  <cp:lastModifiedBy>Abdelrahman Hosny</cp:lastModifiedBy>
  <cp:revision>20</cp:revision>
  <cp:lastPrinted>2017-10-01T02:42:44Z</cp:lastPrinted>
  <dcterms:created xsi:type="dcterms:W3CDTF">2017-10-01T01:37:27Z</dcterms:created>
  <dcterms:modified xsi:type="dcterms:W3CDTF">2017-10-01T03:33:33Z</dcterms:modified>
</cp:coreProperties>
</file>