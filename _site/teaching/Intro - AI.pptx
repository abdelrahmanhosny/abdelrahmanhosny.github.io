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8" r:id="rId2"/>
    <p:sldId id="261" r:id="rId3"/>
    <p:sldId id="270" r:id="rId4"/>
    <p:sldId id="263" r:id="rId5"/>
    <p:sldId id="266" r:id="rId6"/>
    <p:sldId id="267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5"/>
    <p:restoredTop sz="92627"/>
  </p:normalViewPr>
  <p:slideViewPr>
    <p:cSldViewPr snapToGrid="0" snapToObjects="1">
      <p:cViewPr varScale="1">
        <p:scale>
          <a:sx n="102" d="100"/>
          <a:sy n="102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FD365-7852-8144-98F3-B8ACACD1E334}" type="datetimeFigureOut">
              <a:rPr lang="en-US" smtClean="0"/>
              <a:t>2/11/18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9970F-6318-254E-830C-8F938966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89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2B3B9C7-180A-1446-9C2B-DFFC93E5F4D8}" type="datetimeFigureOut">
              <a:rPr lang="en-US" smtClean="0"/>
              <a:t>2/11/18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B3A1112-65FF-DF42-8799-90D7BB34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7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9961" y="2609469"/>
            <a:ext cx="3669602" cy="1576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 smtClean="0"/>
              <a:t>RULES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09021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666494"/>
            <a:ext cx="11344274" cy="30055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Smile. It’s Free!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#1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145" y="3309144"/>
            <a:ext cx="2084388" cy="208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666494"/>
            <a:ext cx="11344274" cy="30055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10 Minutes Late</a:t>
            </a:r>
          </a:p>
          <a:p>
            <a:pPr marL="0" indent="0" algn="ctr">
              <a:buNone/>
            </a:pPr>
            <a:r>
              <a:rPr lang="en-US" sz="8800" dirty="0" smtClean="0"/>
              <a:t>10 Minutes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8512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90" y="2723771"/>
            <a:ext cx="11344274" cy="1533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Attendance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409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153" y="1470580"/>
            <a:ext cx="11344274" cy="3965716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0" b="1" dirty="0"/>
              <a:t>10 Labs </a:t>
            </a:r>
            <a:r>
              <a:rPr lang="en-US" sz="8800" b="1" dirty="0" smtClean="0"/>
              <a:t>=10 Points</a:t>
            </a:r>
          </a:p>
          <a:p>
            <a:pPr marL="0" indent="0" algn="ctr">
              <a:buNone/>
            </a:pPr>
            <a:r>
              <a:rPr lang="en-US" sz="8800" dirty="0"/>
              <a:t>Attendance - 5</a:t>
            </a:r>
          </a:p>
          <a:p>
            <a:pPr marL="0" indent="0" algn="ctr">
              <a:buNone/>
            </a:pPr>
            <a:r>
              <a:rPr lang="en-US" sz="8800" dirty="0" smtClean="0"/>
              <a:t>Assignments </a:t>
            </a:r>
            <a:r>
              <a:rPr lang="en-US" sz="8800" dirty="0"/>
              <a:t>- </a:t>
            </a:r>
            <a:r>
              <a:rPr lang="en-US" sz="8800" dirty="0" smtClean="0"/>
              <a:t>5</a:t>
            </a:r>
            <a:endParaRPr lang="en-US" sz="88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711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7" y="931960"/>
            <a:ext cx="11344274" cy="47200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Project =10 Points</a:t>
            </a: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#5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7431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41" y="561258"/>
            <a:ext cx="11344274" cy="555379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8800" dirty="0" smtClean="0"/>
              <a:t>Go Out Any Time</a:t>
            </a:r>
          </a:p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endParaRPr lang="en-US" sz="8800" dirty="0" smtClean="0"/>
          </a:p>
          <a:p>
            <a:pPr marL="0" indent="0" algn="ctr">
              <a:buNone/>
            </a:pPr>
            <a:r>
              <a:rPr lang="en-US" sz="8800" dirty="0" smtClean="0"/>
              <a:t>But Be Quiet</a:t>
            </a:r>
          </a:p>
          <a:p>
            <a:pPr marL="0" indent="0" algn="ctr">
              <a:buNone/>
            </a:pP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Rule #6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428" y="2429668"/>
            <a:ext cx="1670962" cy="1541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12" y="2429668"/>
            <a:ext cx="1541463" cy="1541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779" y="2333746"/>
            <a:ext cx="1637385" cy="16373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61" y="2381706"/>
            <a:ext cx="1637385" cy="16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7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40" y="1146033"/>
            <a:ext cx="11344274" cy="55537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 smtClean="0"/>
              <a:t>Soft Drinks Allowed</a:t>
            </a:r>
          </a:p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endParaRPr lang="en-US" sz="8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487025" y="6115050"/>
            <a:ext cx="158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/>
              <a:t>Rule #7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715" y="3154650"/>
            <a:ext cx="2168525" cy="216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832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76</TotalTime>
  <Words>60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Arial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Abdelrahman Hosny</dc:creator>
  <cp:lastModifiedBy>Abdelrahman Hosny</cp:lastModifiedBy>
  <cp:revision>24</cp:revision>
  <cp:lastPrinted>2017-10-01T02:42:44Z</cp:lastPrinted>
  <dcterms:created xsi:type="dcterms:W3CDTF">2017-10-01T01:37:27Z</dcterms:created>
  <dcterms:modified xsi:type="dcterms:W3CDTF">2018-02-11T13:03:59Z</dcterms:modified>
</cp:coreProperties>
</file>